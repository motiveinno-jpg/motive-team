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0" y="137160"/>
            <a:ext cx="5790895" cy="5486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① 가맹점 정보 기재</a:t>
            </a:r>
          </a:p>
        </p:txBody>
      </p:sp>
      <p:pic>
        <p:nvPicPr>
          <p:cNvPr id="3" name="Picture 2" descr="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217920" cy="435740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766560" y="1188720"/>
            <a:ext cx="5120640" cy="5303520"/>
          </a:xfrm>
          <a:prstGeom prst="roundRect">
            <a:avLst/>
          </a:prstGeom>
          <a:solidFill>
            <a:srgbClr val="F8FAFF"/>
          </a:solidFill>
          <a:ln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0" y="1371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</a:rPr>
              <a:t>상호명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(주)모티브이노베이션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19202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</a:rPr>
              <a:t>사업자번호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92024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155-88-02209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2468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</a:rPr>
              <a:t>대표자명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4688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채희웅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30175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</a:rPr>
              <a:t>서비스 URL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01752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https://whistle-ai.com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</a:rPr>
              <a:t>랜딩페이지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56616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motiveinno-jpg.github.io/
  motive-team/whistle-landing.html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</a:rPr>
              <a:t>앱(모바일웹)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1148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https://www.owner-view.com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46634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</a:rPr>
              <a:t>테스트 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66344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test@motiveinnovation.co.kr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521207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</a:rPr>
              <a:t>테스트 PW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212079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Test1234!@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0" y="137160"/>
            <a:ext cx="5790895" cy="5486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② 하단 정보 캡처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</a:rPr>
              <a:t>상호명 / 대표자명 / 사업자등록번호 / 통신판매업신고번호 / 사업장주소 / 전화번호</a:t>
            </a:r>
          </a:p>
        </p:txBody>
      </p:sp>
      <p:pic>
        <p:nvPicPr>
          <p:cNvPr id="4" name="Picture 3" descr="02-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34440"/>
            <a:ext cx="9966960" cy="69846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0" y="137160"/>
            <a:ext cx="5790895" cy="5486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③ 환불규정 캡처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</a:rPr>
              <a:t>전자상거래법에 따른 청약철회 및 환불 정책 (무형상품 — SaaS 구독 서비스)</a:t>
            </a:r>
          </a:p>
        </p:txBody>
      </p:sp>
      <p:pic>
        <p:nvPicPr>
          <p:cNvPr id="4" name="Picture 3" descr="03-ref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34440"/>
            <a:ext cx="9966960" cy="69846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0" y="137160"/>
            <a:ext cx="5790895" cy="5486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④ 로그인 / 회원가입 캡처 (웹 — Whistle AI 랜딩페이지)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</a:rPr>
              <a:t>이메일 + 비밀번호 로그인 / 회원가입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</a:rPr>
              <a:t>▶ 로그인 모달</a:t>
            </a:r>
          </a:p>
        </p:txBody>
      </p:sp>
      <p:pic>
        <p:nvPicPr>
          <p:cNvPr id="5" name="Picture 4" descr="04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577840" cy="39088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</a:rPr>
              <a:t>▶ 회원가입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로그인 모달 하단 '회원가입' 링크 클릭 시
회원가입 화면으로 전환됩니다.
가입 방식:
 - 이메일 + 비밀번호 입력
 - 이용약관 동의
 - 가입 완료 후 즉시 서비스 이용 가능
테스트 계정:
 - ID: test@motiveinnovation.co.kr
 - PW: Test1234!@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0" y="137160"/>
            <a:ext cx="5790895" cy="5486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④ 로그인 / 회원가입 캡처 (모바일 앱 — OwnerView)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</a:rPr>
              <a:t>www.owner-view.com 모바일 웹앱 로그인/회원가입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</a:rPr>
              <a:t>▶ 로그인 화면</a:t>
            </a:r>
          </a:p>
        </p:txBody>
      </p:sp>
      <p:pic>
        <p:nvPicPr>
          <p:cNvPr id="5" name="Picture 4" descr="09-mobile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2084366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</a:rPr>
              <a:t>▶ 회원가입 화면</a:t>
            </a:r>
          </a:p>
        </p:txBody>
      </p:sp>
      <p:pic>
        <p:nvPicPr>
          <p:cNvPr id="7" name="Picture 6" descr="10-mobile-sign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371600"/>
            <a:ext cx="208436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0" y="137160"/>
            <a:ext cx="5790895" cy="5486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⑤ 상품 선택 / 구매과정 캡처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</a:rPr>
              <a:t>STEP 1. 요금제 페이지에서 구독 플랜 확인 (Free / Starter / Pro)</a:t>
            </a:r>
          </a:p>
        </p:txBody>
      </p:sp>
      <p:pic>
        <p:nvPicPr>
          <p:cNvPr id="4" name="Picture 3" descr="05-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1277295" cy="71980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0" y="137160"/>
            <a:ext cx="5790895" cy="5486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⑤ 상품 선택 / 구매과정 캡처 (계속)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</a:rPr>
              <a:t>STEP 2. 구독 CTA 버튼 + AI 수출 상품분석 보고서 단건결제 (₩50,000/건)</a:t>
            </a:r>
          </a:p>
        </p:txBody>
      </p:sp>
      <p:pic>
        <p:nvPicPr>
          <p:cNvPr id="4" name="Picture 3" descr="06-pricing-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1277295" cy="71980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0" y="137160"/>
            <a:ext cx="5790895" cy="5486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⑤ 상품 선택 / 구매과정 캡처 (결제 확인)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</a:rPr>
              <a:t>STEP 3. 결제 확인 모달 — 구독 정기결제(좌) / AI 보고서 단건결제(우)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</a:rPr>
              <a:t>▶ Starter 구독 (₩99,000/월)</a:t>
            </a:r>
          </a:p>
        </p:txBody>
      </p:sp>
      <p:pic>
        <p:nvPicPr>
          <p:cNvPr id="5" name="Picture 4" descr="07-checkout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669280" cy="36185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</a:rPr>
              <a:t>▶ AI 보고서 단건결제 (₩50,000)</a:t>
            </a:r>
          </a:p>
        </p:txBody>
      </p:sp>
      <p:pic>
        <p:nvPicPr>
          <p:cNvPr id="7" name="Picture 6" descr="08-checkout-si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669280" cy="36185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0" y="137160"/>
            <a:ext cx="5790895" cy="5486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⑥ 카드 결제경로 캡처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</a:rPr>
              <a:t>토스페이먼츠 SDK v2 표준 결제창 — 카드사 선택 화면 (테스트 모드)</a:t>
            </a:r>
          </a:p>
        </p:txBody>
      </p:sp>
      <p:pic>
        <p:nvPicPr>
          <p:cNvPr id="4" name="Picture 3" descr="11-toss-pa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34440"/>
            <a:ext cx="9448495" cy="6030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6400800"/>
            <a:ext cx="9448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</a:rPr>
              <a:t>※ 토스페이먼츠 테스트 결제창 (실제 결제 안됨) — 가맹점 승인 후 실 결제 연동 예정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